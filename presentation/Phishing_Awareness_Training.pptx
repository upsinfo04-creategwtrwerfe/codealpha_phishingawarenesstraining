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910B2F-9D45-43BE-92B2-29944335A9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D673D9-08B0-4B1C-86E0-D7EF3A5AF3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70A9E1-27CD-4102-A6FB-F10FD13649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8B944A-83A9-421E-8A76-09E9C7DBE6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5BE55C-F622-4DD4-BB8F-B56B79FA8E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F0BA14-0660-47B9-9B50-6D0D24A18F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2F5EB7-9AF8-4A80-B242-2C32971896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0514D9-C02B-436D-8878-996CFEC52F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7DD2D4-3104-4DF9-A502-632A64DF28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7900AF-C58B-42F8-BABD-E330C1CD19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36A731-8F88-4163-87A5-8106FDFFC5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308763-8D62-448C-990D-FE309B4F80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1C09D8B-C0CE-4634-8A04-5258AF0E9E5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3899160" y="411480"/>
            <a:ext cx="43621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Phishing Awareness Training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1325880"/>
            <a:ext cx="1051452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Recognizing phishing emails, fake websites, and social engineering attacks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Cybersecurity Internship Project CodeAlpha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4545360" y="411480"/>
            <a:ext cx="30697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Learning Objectives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822960" y="1325880"/>
            <a:ext cx="1051452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Identify common phishing indicators in emails and websites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Recognize social engineering tactics used by attackers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Apply practical steps to avoid phishing attacks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Know how to respond and report suspected phishing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Test your knowledge with an interactive quiz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1"/>
          <p:cNvSpPr/>
          <p:nvPr/>
        </p:nvSpPr>
        <p:spPr>
          <a:xfrm>
            <a:off x="4683240" y="411480"/>
            <a:ext cx="2793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Is Phishing?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" name="TextBox 2"/>
          <p:cNvSpPr/>
          <p:nvPr/>
        </p:nvSpPr>
        <p:spPr>
          <a:xfrm>
            <a:off x="822960" y="1325880"/>
            <a:ext cx="1051452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Phishing is a social-engineering attack that attempts to trick a target into revealing information, clicking a malicious link, opening an attachment, or taking an unauthorized action.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Attackers commonly impersonate trusted people, organizations, or services.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Phishing can arrive through email, SMS, messaging apps, phone calls, or social media.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005000" y="411480"/>
            <a:ext cx="4150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Common Types of Phishing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822960" y="1325880"/>
            <a:ext cx="1051452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Email phishing — deceptive messages sent to targets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Spear phishing — highly targeted messages tailored to an individual or organization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Smishing — phishing delivered through SMS or messaging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Vishing — phishing conducted through voice calls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Business Email Compromise — impersonation used to influence payments or sensitive actions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Clone phishing — a legitimate-looking message is copied and modified with malicious content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1"/>
          <p:cNvSpPr/>
          <p:nvPr/>
        </p:nvSpPr>
        <p:spPr>
          <a:xfrm>
            <a:off x="3892320" y="411480"/>
            <a:ext cx="43758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Anatomy of a Phishing Email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0" name="TextBox 2"/>
          <p:cNvSpPr/>
          <p:nvPr/>
        </p:nvSpPr>
        <p:spPr>
          <a:xfrm>
            <a:off x="822960" y="1325880"/>
            <a:ext cx="1051452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Sender: Does the address actually belong to the claimed organization?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Subject: Does it create unusual urgency, fear, or curiosity?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Body: Is the request unexpected or asking for sensitive information?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Links: Does the visible text match the actual destination?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Attachments: Was the file expected and independently verified?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Tone: Does it pressure you to bypass normal procedures?</a:t>
            </a:r>
            <a:endParaRPr b="0" lang="en-US" sz="1700" spc="-1" strike="noStrike"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2514960" y="3886200"/>
            <a:ext cx="640008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3354120" y="411480"/>
            <a:ext cx="54518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How to Recognize Suspicious Emails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822960" y="1325880"/>
            <a:ext cx="1051452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Be cautious with unexpected password, payment, or account-verification requests.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Inspect the sender address carefully rather than relying on the display name.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Hover over links before opening them and check the destination.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Treat urgent threats and unusual deadlines as warning signs.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Verify sensitive requests using a trusted channel.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Do not provide passwords, MFA codes, or financial information in response to unsolicited messages.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238400" y="3697200"/>
            <a:ext cx="7489080" cy="316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                       </a:t>
            </a:r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REAL WORLD EXAMPLE                                                                 </a:t>
            </a:r>
            <a:r>
              <a:rPr b="0" lang="en-US" sz="1800" spc="-1" strike="noStrike">
                <a:latin typeface="Arial"/>
              </a:rPr>
              <a:t>From: IT SUPPORT &lt;support@paypa1_secure_login.com&gt;                      URGENT: Your account will be suspended!                                               Verify your account within 30 minutes: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             </a:t>
            </a:r>
            <a:r>
              <a:rPr b="0" lang="en-US" sz="1800" spc="-1" strike="noStrike">
                <a:latin typeface="Arial"/>
              </a:rPr>
              <a:t>[ Verify Account ]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              </a:t>
            </a:r>
            <a:r>
              <a:rPr b="0" lang="en-US" sz="1800" spc="-1" strike="noStrike">
                <a:latin typeface="Arial"/>
              </a:rPr>
              <a:t>Warning signs: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                ✓ </a:t>
            </a:r>
            <a:r>
              <a:rPr b="0" lang="en-US" sz="1800" spc="-1" strike="noStrike">
                <a:latin typeface="Arial"/>
              </a:rPr>
              <a:t>Urgency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                ✓ </a:t>
            </a:r>
            <a:r>
              <a:rPr b="0" lang="en-US" sz="1800" spc="-1" strike="noStrike">
                <a:latin typeface="Arial"/>
              </a:rPr>
              <a:t>Unexpected request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                ✓ </a:t>
            </a:r>
            <a:r>
              <a:rPr b="0" lang="en-US" sz="1800" spc="-1" strike="noStrike">
                <a:latin typeface="Arial"/>
              </a:rPr>
              <a:t>Suspicious sender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                ✓ </a:t>
            </a:r>
            <a:r>
              <a:rPr b="0" lang="en-US" sz="1800" spc="-1" strike="noStrike">
                <a:latin typeface="Arial"/>
              </a:rPr>
              <a:t>Login link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1"/>
          <p:cNvSpPr/>
          <p:nvPr/>
        </p:nvSpPr>
        <p:spPr>
          <a:xfrm>
            <a:off x="3757320" y="411480"/>
            <a:ext cx="46458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How to Identify Fake Websites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822960" y="1325880"/>
            <a:ext cx="1051452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Check the domain name carefully for misspellings or lookalikes.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Do not assume HTTPS means a website is legitimate; it only protects the connection.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Be suspicious of unexpected login pages reached from messages.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Compare the site with the organization's known official website or app.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Avoid entering credentials after following an unexpected link.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Use bookmarks or manually enter known addresses for sensitive services.</a:t>
            </a:r>
            <a:endParaRPr b="0" lang="en-US" sz="1700" spc="-1" strike="noStrike"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2286000" y="3886200"/>
            <a:ext cx="54860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4125960" y="411480"/>
            <a:ext cx="3908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Social Engineering Tactics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822960" y="1325880"/>
            <a:ext cx="1051452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Urgency — “Act now” or a short deadline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Authority — pretending to be a manager, bank, IT team, or executive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Fear — threats of suspension, penalties, or account closure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Curiosity — enticing files, messages, or information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Trust — exploiting familiar names, brands, or relationships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Reciprocity — offering a benefit in exchange for an action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4432320" y="411480"/>
            <a:ext cx="3295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Real-World Examples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822960" y="1325880"/>
            <a:ext cx="10514520" cy="26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Google and Microsoft accounts are frequently targeted by credential-phishing campaigns.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Business Email Compromise has been used to impersonate executives or vendors and redirect payments.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Large-scale phishing campaigns often exploit current events, popular services, or account-security themes.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Lesson: the strongest defense is not recognizing one particular scam; it is consistently verifying unexpected requests.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3717720" y="411480"/>
            <a:ext cx="4725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Happens After You Click?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822960" y="1325880"/>
            <a:ext cx="1051452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link may lead to a credential-harvesting page or a malicious download.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Stolen credentials can enable account takeover and further attacks.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Malware may provide an attacker with access to a device or network.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Compromised accounts can be used to target coworkers, customers, or contacts.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single click can therefore become the starting point for a larger security incident.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975560" y="411480"/>
            <a:ext cx="2208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Best Practices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822960" y="1325880"/>
            <a:ext cx="10514520" cy="28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Pause before acting on unexpected requests.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Verify sensitive requests through a separate, trusted channel.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Use strong, unique passwords and a password manager where appropriate.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Enable multi-factor authentication (MFA).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Keep operating systems, browsers, and security software updated.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Report suspected phishing to the organization's security/IT team.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When in doubt, do not click — verify first.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4371480" y="411480"/>
            <a:ext cx="34174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If You Fall for Phishing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1143000" y="1325880"/>
            <a:ext cx="1051452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Stop interacting with the message or website.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Notify your organization's IT/security team promptly.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If credentials were entered, change the affected password through the legitimate service.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Revoke or review active sessions where the service supports it.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If financial information was involved, contact the relevant financial institution.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Record what happened to help incident responders investigate.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831560" y="411480"/>
            <a:ext cx="2496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Interactive Quiz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822960" y="1325880"/>
            <a:ext cx="10514520" cy="26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1. An email says your account will be closed in 30 minutes unless you click a link. What is the safest response?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A. Click immediately  B. Reply with your password  C. Verify through an official channel  D. Forward it to coworkers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2. Which is a strong phishing indicator?  A. Unexpected urgency  B. A normal greeting  C. A known contact  D. A routine notification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3. Does HTTPS alone prove a website is legitimate?  A. Yes  B. No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3846600" y="411480"/>
            <a:ext cx="4467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Quiz Answers &amp; Explanations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822960" y="1325880"/>
            <a:ext cx="10514520" cy="20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1. C — Verify through an official channel. Urgency is a common manipulation tactic.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2. A — Unexpected urgency can pressure users into bypassing normal verification.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3. B — No. HTTPS encrypts the connection; it does not establish that the site owner is trustworthy.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Bonus: Before entering credentials, independently navigate to the known service or use a trusted bookmark.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898160" y="411480"/>
            <a:ext cx="23641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Key Takeaways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822960" y="1325880"/>
            <a:ext cx="1051452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Phishing relies on human trust and manipulation, not just technical weaknesses.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Inspect senders, links, domains, attachments, and requests for sensitive information.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Urgency, authority, fear, and unexpected requests are common warning signs.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Verify important requests independently.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Report suspicious activity quickly — early reporting can reduce impact.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DejaVu Sans"/>
              </a:rPr>
              <a:t>Think before you click.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PPTXPresentationEditor/1.2.0.0$MacOSX_X86_64 LibreOffice_project/e114eadc50a9ff8d8c8a0567d6da8f454beeb84f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2026-09-08T10:49:40Z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